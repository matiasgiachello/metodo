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Buenas. Voy a presentar el diseño de infraestructura de PagoGlobal, una pasarela de pagos ficticia, estilo Stripe o Mercado Pago, que opera en América, Europa y Asia. Elegí pagos porque es el dominio donde más se notan los conceptos de la materia: un cobro no se puede duplicar ni perder, y cada minuto caído es plata que no se cobra.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Presento el caso. Lo importante es que hay tres tipos de clientes: el comprador que paga, el comercio que integra la API y mira su dashboard, y un agente de IA de soporte. Y que es global: tres regiones de AWS, con Europa separada por la ley de protección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números guían todas las decisiones. Fíjense en dos: el pico de 20.000 transacciones por segundo, que es lo que justifica colas y caché, y la idempotencia, que aparece en casi todos los componentes.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mapa completo. Se lee de arriba hacia abajo: clientes, edge global con DNS y CDN, la entrada de cada región con Load Balancer, API Gateway y OAuth, los microservicios en Kubernetes, la mensajería asincrónica y los datos. A la izquierda, Terraform crea todo; a la derecha, todo lo de la región se repite tres veces.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Sigamos un pago. 1: el checkout baja de la CDN. 2: el POST llega con JWT y una Idempotency-Key. 3: el Gateway valida y rutea. 5-6: Redis verifica que no sea un reintento. 7: se guarda en Aurora con un UUIDv7 usando el pool, junto con el evento en la tabla outbox. 9: respondemos al comprador. Desde acá todo es asincrónico: Kafka reparte el evento a notificaciones, que manda el webhook, y a realtime, que actualiza el dashboard por WebSocket.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Terraform es la base de un sitio global: si tengo que tener tres regiones idénticas, no las puedo hacer a mano. El código está en la carpeta terraform y lo validé con terraform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Junté CDN y proxy inverso porque la CDN es un proxy inverso. En un Black Friday el 95 % de los bytes son estáticos: la CDN es lo que evita que se caiga el origen.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compiten, se combinan. El Load Balancer da alta disponibilidad al Gateway, y el Gateway decide a qué microservicio va cada petición y aplica políticas como el rate limiting o la validación del JWT. Y dentro de Kubernetes hay otro nivel de balanceo entre los pods de cada servicio.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pregunta típica es cuál es mejor. Mi respuesta es que depende: para la API pública uso JWT cortos, porque cualquier región los valida con la clave pública. Para el dashboard uso sesión, porque si a un comercio le roban la cuenta tengo que poder cortarla 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formas de integrarse. En el código hay un ejemplo que muestra que si un atacante modifica el monto del webhook, la firma no coincide y se rechaza con 401. Y el servidor MCP permite que un asistente responda por qué se rechazó un pago con datos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Parecen parecidos pero tienen destinatarios distintos: WebSocket es para una persona que está mirando la pantalla; webhook es para un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decisión que más impacta. Agregar un nuevo consumidor, por ejemplo un programa de puntos, no requiere tocar Payments. Y el patrón outbox evita el problema de guardar el pago pero perder el evento.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el ejemplo de código consumidor_dlq.py se ve en vivo: un comercio con la URL mal va directo a la DLQ y uno caído agota los reintentos y termina ahí, sin frenar a los demás.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 CQRS, cuando a fin de mes todos los comercios bajan reportes, esas consultas pesadas competirían con los cobros en la misma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Redis aparece en cinco lugares. El más importante para pagos es la idempotencia: con SET NX solo la primera petición gana; si el cliente reintenta, recibe la misma respuesta y no se cobra dos veces. En la demo, la primera consulta tarda 65 ms y la segunda menos de 1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no es una sola app, es que cuando escalamos horizontalmente se multiplican las conexiones. Por eso hay dos niveles de pool.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Elegí UUIDv7, del RFC 9562. Es imposible de enumerar, se genera en cualquier instancia sin ir a la base, y como empieza con el timestamp no rompe el índice. La relación con el Load Balancer: como el LB manda cada petición a cualquier instancia, conviene que cualquier instancia pueda generar IDs sin coordinar. La secuencia la dejo solo para el número de factura, que por ley debe ser correlativo.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servicio verifica permisos y firma la URL. Generar la URL es local, no hace ninguna llamada de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la demo mando kill -TERM mientras hay un pago en curso: el pago responde approved, las peticiones nuevas reciben 503 y recién después se cierra el pool y el proceso termina.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difícil de un sitio de pagos global es la consistencia del ledger. Por eso cada comercio tiene una región de origen: se lee desde cualquier lado, pero se escribe en un solo lugar.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tabla resume por qué cada pieza está ahí: frente a un pico de diez veces el tráfico normal, cada concepto resuelve un problema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Cierro con esto: lo que aprendí es que no hay una tecnología correcta, sino decisiones con costos, y lo importante es elegir conscientemente y poder justificarlas.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Gracias. ¿Preguntas?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</a:rPr>
              <a:t>PagoGlobal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</a:rPr>
              <a:t>Infraestructura para una plataforma de pagos electrónicos de alcance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49039"/>
            <a:ext cx="2743200" cy="400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8D8F0"/>
                </a:solidFill>
              </a:rPr>
              <a:t>Trabajo Práctico N.º 2 · Plataformas de Pagos Electrónicos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8D8F0"/>
                </a:solidFill>
              </a:rPr>
              <a:t>Matías Giachello ·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El caso: PagoGlobal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Pasarela de pagos para comercios online: tarjetas, billeteras y transferencias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Actores: comprador, comercio (API + dashboard), redes de tarjetas, agente de IA de soporte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Tres regiones: San Pablo (LatAm), Virginia (Norteamérica), Irlanda (UE · GDPR)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Funciones: cobrar, reembolsar, notificar al comercio, dashboard en vivo, reportes, login con Google, API para terceros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Objetivo del TP: aplicar los 18 conceptos + Redis a un sitio global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Requisitos no funcionales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928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43434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Atributo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Objetivo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¿Por qué?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Disponibilidad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99,99 % (≈ 52 min/año)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Estándar en pagos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Latencia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p99 &lt; 300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El comprador espera en el checkout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Throughput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2.000 TPS normal · 20.000 TPS pico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Black Friday / Hot Sale (×10)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Durabilidad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RPO = 0 en la región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No se puede perder un cobro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Recuperación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RTO ≤ 15 min ante caída de región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Conmutación a otra región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Idempotencia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Nunca cobrar dos veces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Reintentos por timeouts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Seguridad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PCI DSS · GDPR · TLS 1.2+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444444"/>
                          </a:solidFill>
                        </a:rPr>
                        <a:t>Regulación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Arquitectura por capas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pic>
        <p:nvPicPr>
          <p:cNvPr id="6" name="Picture 5" descr="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797" y="1005840"/>
            <a:ext cx="842010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Recorrido de un pago de punta a punta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pic>
        <p:nvPicPr>
          <p:cNvPr id="6" name="Picture 5" descr="flujo_pa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43055" cy="43244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Terraform — Infraestructura como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</a:rPr>
              <a:t>¿Qué 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Herramienta de HashiCorp; lenguaje declarativo HCL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Describís QUÉ querés; terraform plan calcula el CÓMO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Guarda un estado (state) de lo que ya existe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Multi-nube: AWS, GCP, Azure…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486400" cy="4069080"/>
          </a:xfrm>
          <a:prstGeom prst="roundRect">
            <a:avLst>
              <a:gd name="adj" fmla="val 5000"/>
            </a:avLst>
          </a:prstGeom>
          <a:solidFill>
            <a:srgbClr val="E6F7EE"/>
          </a:solidFill>
          <a:ln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9D55"/>
                </a:solidFill>
              </a:rPr>
              <a:t>En PagoGlobal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Un módulo "region" escrito una vez, instanciado 3 veces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VPC, EKS, Aurora, Redis, Kafka, SQS+DLQ, S3, ALB, API Gateway, CloudFront y Route 53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Cambios por pull request + plan en CI (auditoría PCI)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Black Friday: eks_min_nodes = 30 y apply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State cifrado en S3 con lock en DynamoDB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92840" cy="86868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5955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06A00"/>
                </a:solidFill>
              </a:rPr>
              <a:t>⚖  Alternativa descartada: crear todo desde la consola → regiones distintas entre sí, sin auditoría y sin forma de reconstruir ante un desastre.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CDN y Proxy inverso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</a:rPr>
              <a:t>¿Qué 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CDN: red de cachés distribuida que sirve estático cerca del usuario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Proxy inverso: intermediario delante del backend; oculta servidores, termina TLS, balancea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La CDN es, en sí, un proxy inverso global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486400" cy="4069080"/>
          </a:xfrm>
          <a:prstGeom prst="roundRect">
            <a:avLst>
              <a:gd name="adj" fmla="val 5000"/>
            </a:avLst>
          </a:prstGeom>
          <a:solidFill>
            <a:srgbClr val="E6F7EE"/>
          </a:solidFill>
          <a:ln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9D55"/>
                </a:solidFill>
              </a:rPr>
              <a:t>En PagoGlobal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CloudFront sirve el JS/CSS del checkout: ~20 ms vs ~250 ms al origen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WAF + Shield en el edge: bloquea bots, inyecciones y DDoS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Proxies inversos en cadena: CloudFront → ALB → Ingress → PgBouncer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La API pasa por la CDN pero sin caché (no-store)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Nada de la app tiene IP pública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92840" cy="86868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5955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06A00"/>
                </a:solidFill>
              </a:rPr>
              <a:t>⚖  La CDN solo cachea lo estático y público: las respuestas de pagos son privadas y dinámicas.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Load Balancer vs API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92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97680"/>
                <a:gridCol w="4800600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Load Balancer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API Gateway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Capa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L4 (TCP) o L7 básico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L7 con lógica de aplicación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Objetivo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Repartir entre instancias IGUALES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Rutear a servicios DISTINTOS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Entiende de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IPs, puertos, salud de instancias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Rutas, JWT, cuotas, versiones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Ejemplo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AWS ALB / NLB, HAProxy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AWS API Gateway, Kong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En PagoGlobal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ALB reparte entre réplicas del Gateway en 3 AZ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/payments → Payments · /reports → Consultas · rate limit por comercio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OAuth 2.0 y Session vs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</a:rPr>
              <a:t>¿Qué 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OAuth 2.0: autorización delegada con scopes, sin compartir la contraseña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Session: cookie con ID; el estado vive en el servidor (Redis) → revocable al instante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JWT: token firmado con claims; se valida sin consultar nada → escala, pero no se revoca fácil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486400" cy="4069080"/>
          </a:xfrm>
          <a:prstGeom prst="roundRect">
            <a:avLst>
              <a:gd name="adj" fmla="val 5000"/>
            </a:avLst>
          </a:prstGeom>
          <a:solidFill>
            <a:srgbClr val="E6F7EE"/>
          </a:solidFill>
          <a:ln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9D55"/>
                </a:solidFill>
              </a:rPr>
              <a:t>En PagoGlobal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Authorization Code + PKCE: una plataforma e-commerce opera en nombre del comercio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Client Credentials: ERP y servicio-a-servicio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OIDC: "Iniciar sesión con Google"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API → JWT de 10 min firmado ES256, validado en cualquier región con JWKS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Dashboard → Session en Redis (HttpOnly, Secure, SameSite)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92840" cy="86868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5955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06A00"/>
                </a:solidFill>
              </a:rPr>
              <a:t>⚖  Usamos los dos: JWT donde importa escalar entre regiones; Session donde importa poder cerrar una cuenta robada en el acto.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API, Webhook y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</a:rPr>
              <a:t>¿Qué 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API: solicitud-respuesta; el cliente pregunta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Webhook: "API inversa"; el servidor avisa con un POST cuando pasa algo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MCP: protocolo abierto (Anthropic, 2024) para que un LLM use herramientas y datos de forma estandarizada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486400" cy="4069080"/>
          </a:xfrm>
          <a:prstGeom prst="roundRect">
            <a:avLst>
              <a:gd name="adj" fmla="val 5000"/>
            </a:avLst>
          </a:prstGeom>
          <a:solidFill>
            <a:srgbClr val="E6F7EE"/>
          </a:solidFill>
          <a:ln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9D55"/>
                </a:solidFill>
              </a:rPr>
              <a:t>En PagoGlobal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API REST /v1 para crear pagos y reembolsos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Webhook payment.approved firmado con HMAC-SHA256 + timestamp (anti-replay)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Entrega at-least-once → el comercio deduplica por event_id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Servidor MCP con buscar_pago y motivo_rechazo: solo lectura, token con scope payments:read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92840" cy="86868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5955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06A00"/>
                </a:solidFill>
              </a:rPr>
              <a:t>⚖  Sin webhooks el comercio haría polling: miles de consultas inútiles. Al LLM nunca se le da una herramienta que mueva dinero.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WebSocket vs 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</a:rPr>
              <a:t>¿Qué 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WebSocket: conexión persistente, bidireccional, full-duplex sobre TCP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Webhook: un POST por evento hacia el servidor de un tercero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WS → a un navegador conectado ahora · Webhook → a un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486400" cy="4069080"/>
          </a:xfrm>
          <a:prstGeom prst="roundRect">
            <a:avLst>
              <a:gd name="adj" fmla="val 5000"/>
            </a:avLst>
          </a:prstGeom>
          <a:solidFill>
            <a:srgbClr val="E6F7EE"/>
          </a:solidFill>
          <a:ln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9D55"/>
                </a:solidFill>
              </a:rPr>
              <a:t>En PagoGlobal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WebSocket: el dashboard muestra cada venta al instante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Webhook: el ERP del comercio marca el pedido como pagado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Los dos salen del MISMO evento en Kafka (dos consumidores)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Varios pods de Realtime: Redis Pub/Sub entre pods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ALB con timeout largo para conexiones 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92840" cy="86868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5955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06A00"/>
                </a:solidFill>
              </a:rPr>
              <a:t>⚖  Si el receptor está caído: el webhook se reintenta (y DLQ); el WS se pierde, por eso al reconectar el dashboard pide lo último por API.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Kafka y arquitectura asincrónica con colas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</a:rPr>
              <a:t>¿Qué 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Kafka: log distribuido, particionado y replicado; los mensajes se retienen y se pueden releer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Cola (SQS/RabbitMQ): tareas con reintento por mensaje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Asincronía = desacople + tolerancia a fallos + absorber picos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486400" cy="4069080"/>
          </a:xfrm>
          <a:prstGeom prst="roundRect">
            <a:avLst>
              <a:gd name="adj" fmla="val 5000"/>
            </a:avLst>
          </a:prstGeom>
          <a:solidFill>
            <a:srgbClr val="E6F7EE"/>
          </a:solidFill>
          <a:ln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9D55"/>
                </a:solidFill>
              </a:rPr>
              <a:t>En PagoGlobal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Regla: lo que el comprador necesita para ver "aprobado" es sincrónico; el resto, asincrónico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Tópico payments.events, partición = merchant_id (orden por comercio)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5 grupos de consumo: notificaciones, consultas, realtime, antifraude, contabilidad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Outbox: pago y evento en la MISMA transacción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acks=all, idempotencia del productor, 3 réplicas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92840" cy="86868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5955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06A00"/>
                </a:solidFill>
              </a:rPr>
              <a:t>⚖  Todo sincrónico sería más simple, pero si el servicio de emails se cae, se caerían los cobros.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Dead Letter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</a:rPr>
              <a:t>¿Qué 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Cola secundaria para mensajes que fallaron N veces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Evita reintentos infinitos y que un mensaje "veneno" bloquee la cola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Nada se pierde: queda para análisis y reproceso (redrive)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486400" cy="4069080"/>
          </a:xfrm>
          <a:prstGeom prst="roundRect">
            <a:avLst>
              <a:gd name="adj" fmla="val 5000"/>
            </a:avLst>
          </a:prstGeom>
          <a:solidFill>
            <a:srgbClr val="E6F7EE"/>
          </a:solidFill>
          <a:ln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9D55"/>
                </a:solidFill>
              </a:rPr>
              <a:t>En PagoGlobal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SQS webhooks con maxReceiveCount = 8 (~24 h con backoff)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Error transitorio (timeout, 503) → reintento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Error permanente (404, payload inválido) → directo a la DLQ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Alarma si la DLQ tiene mensajes; el comercio puede reenviarlos desde el dashboard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En Kafka: tópico payments.events.dlq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92840" cy="86868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5955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06A00"/>
                </a:solidFill>
              </a:rPr>
              <a:t>⚖  Sin DLQ: o descartás el mensaje (perdés la notificación de un pago) o reintentás para siempre.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CQRS — separar escrituras de lecturas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</a:rPr>
              <a:t>¿Qué 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Command: cambia estado · Query: solo lee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Cada lado con su modelo y su base optimizada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Consecuencia: consistencia eventual en las lecturas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486400" cy="4069080"/>
          </a:xfrm>
          <a:prstGeom prst="roundRect">
            <a:avLst>
              <a:gd name="adj" fmla="val 5000"/>
            </a:avLst>
          </a:prstGeom>
          <a:solidFill>
            <a:srgbClr val="E6F7EE"/>
          </a:solidFill>
          <a:ln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9D55"/>
                </a:solidFill>
              </a:rPr>
              <a:t>En PagoGlobal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Escritura: Aurora PostgreSQL normalizada (ledger)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Lectura: OpenSearch con documentos listos para el dashboard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Se sincroniza consumiendo payments.events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Reportes de 90 días no frenan a los pagos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El estado puntual de un pago se lee del lado de comandos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92840" cy="86868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5955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06A00"/>
                </a:solidFill>
              </a:rPr>
              <a:t>⚖  Trade-off: un pago tarda ~1 s en aparecer en reportes. Aceptable para reportes, no para el estado del cobro.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Redis — la memoria rápida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</a:rPr>
              <a:t>¿Qué 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Base clave-valor en RAM, latencia &lt; 1 ms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Estructuras: strings, hashes, listas, sets, sorted sets, streams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TTL por clave; comandos atómicos (núcleo single-thread)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Persistencia opcional (RDB / AOF)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486400" cy="4069080"/>
          </a:xfrm>
          <a:prstGeom prst="roundRect">
            <a:avLst>
              <a:gd name="adj" fmla="val 5000"/>
            </a:avLst>
          </a:prstGeom>
          <a:solidFill>
            <a:srgbClr val="E6F7EE"/>
          </a:solidFill>
          <a:ln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9D55"/>
                </a:solidFill>
              </a:rPr>
              <a:t>En PagoGlobal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Idempotencia: SET idem:{key} … NX EX 86400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Rate limiting: INCR + EXPIRE por comercio y segundo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Sesiones del dashboard (revocación con DEL)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Caché cache-aside de configuración del comercio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Pub/Sub entre pods de WebSocket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92840" cy="86868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5955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06A00"/>
                </a:solidFill>
              </a:rPr>
              <a:t>⚖  Redis NO es la fuente de verdad: si se cae, el sistema va a la base (más lento, pero sin perder pagos).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Connection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</a:rPr>
              <a:t>¿Qué 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Conjunto de conexiones abiertas y reutilizables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Abrir una conexión a PostgreSQL = TCP + TLS + auth + proceso nuevo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Préstamo y devolución; si se agota, se espera con timeout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486400" cy="4069080"/>
          </a:xfrm>
          <a:prstGeom prst="roundRect">
            <a:avLst>
              <a:gd name="adj" fmla="val 5000"/>
            </a:avLst>
          </a:prstGeom>
          <a:solidFill>
            <a:srgbClr val="E6F7EE"/>
          </a:solidFill>
          <a:ln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9D55"/>
                </a:solidFill>
              </a:rPr>
              <a:t>En PagoGlobal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Black Friday: 200 pods × 20 conexiones = 4.000 → PostgreSQL colapsa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Pool local de 10 por pod + PgBouncer (transaction pooling)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≈ 300 conexiones reales a Aurora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Timeout corto: si no hay conexión, 503 rápido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Se cierra al final del Graceful Shutdown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92840" cy="86868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5955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06A00"/>
                </a:solidFill>
              </a:rPr>
              <a:t>⚖  Pool demasiado grande: satura la base. Demasiado chico: las peticiones esperan. Se mide y se ajusta.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Secuencia vs UUID (y su relación con el Load Balancer)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928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834640"/>
                <a:gridCol w="2743200"/>
                <a:gridCol w="3337560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Secuencia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UUIDv4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UUIDv7 ✔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¿Quién lo genera?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La base (central)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Cualquier instancia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Cualquier instancia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¿Adivinable?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Sí (IDOR)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Revela volumen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Sí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Índice B-tree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Malo (aleatorio)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Muy bueno (ordenado por tiempo)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Multi-región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Conflictos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Sin conflictos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Sin conflictos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LB +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Todas las instancias dependen de la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Cada instancia genera sola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444"/>
                          </a:solidFill>
                        </a:rPr>
                        <a:t>Ídem + Idempotency-Key compartida en 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Presigned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</a:rPr>
              <a:t>¿Qué 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URL de S3 con firma criptográfica y vencimiento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Permite UNA acción sobre UN objeto durante poco tiempo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Sin credenciales para el cliente y sin bucket público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486400" cy="4069080"/>
          </a:xfrm>
          <a:prstGeom prst="roundRect">
            <a:avLst>
              <a:gd name="adj" fmla="val 5000"/>
            </a:avLst>
          </a:prstGeom>
          <a:solidFill>
            <a:srgbClr val="E6F7EE"/>
          </a:solidFill>
          <a:ln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9D55"/>
                </a:solidFill>
              </a:rPr>
              <a:t>En PagoGlobal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Descarga del reporte de liquidación: URL válida 5 min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Subida de evidencia de contracargo: POST prefirmado, máx. 10 MB, solo PDF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El archivo va directo navegador ↔ S3: no consume CPU de los servicios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Bucket privado, cifrado con KMS, auditado en CloudTrail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92840" cy="86868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5955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06A00"/>
                </a:solidFill>
              </a:rPr>
              <a:t>⚖  Alternativa descartada: pasar los archivos por la app (cara y lenta) o hacer público el bucket (inaceptable con datos de comercios).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Graceful Shutdown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A5B"/>
                </a:solidFill>
              </a:rPr>
              <a:t>¿Qué 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Al recibir SIGTERM: dejar de aceptar → terminar lo que está en curso → cerrar recursos → salir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Kubernetes lo envía en cada despliegue o al achicar el cluster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terminationGracePeriodSeconds + preStop + readiness probe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486400" cy="4069080"/>
          </a:xfrm>
          <a:prstGeom prst="roundRect">
            <a:avLst>
              <a:gd name="adj" fmla="val 5000"/>
            </a:avLst>
          </a:prstGeom>
          <a:solidFill>
            <a:srgbClr val="E6F7EE"/>
          </a:solidFill>
          <a:ln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9D55"/>
                </a:solidFill>
              </a:rPr>
              <a:t>En PagoGlobal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/ready pasa a 503 → el ALB saca al pod de rotación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Peticiones nuevas: 503 "reintente" (van a otro pod)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El pago en curso termina y responde 201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Commit de offsets de Kafka, cierre del pool, WS con código 1001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</a:rPr>
              <a:t>•  Deregistration delay de 30 s en el target group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0680"/>
            <a:ext cx="11292840" cy="86868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5955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06A00"/>
                </a:solidFill>
              </a:rPr>
              <a:t>⚖  Sin esto: un pod muere entre la aprobación del banco y el INSERT → comprador cobrado sin registro.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Estrategia global y recuperación ante desastres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444444"/>
                </a:solidFill>
              </a:rPr>
              <a:t>•  Route 53 por latencia: cada cliente va a la región sana más cercana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444444"/>
                </a:solidFill>
              </a:rPr>
              <a:t>•  Región de origen por comercio: sus pagos se escriben en un solo lugar (ledger consistente)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444444"/>
                </a:solidFill>
              </a:rPr>
              <a:t>•  Residencia de datos: comercios UE en eu-west-1, sin replicar fuera (GDPR)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444444"/>
                </a:solidFill>
              </a:rPr>
              <a:t>•  Cae un pod / nodo / zona → réplicas en 3 AZ, impacto de segundos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444444"/>
                </a:solidFill>
              </a:rPr>
              <a:t>•  Cae una región → Aurora Global DB (&lt; 1 s de retraso) + MSK Replicator → RTO ≤ 15 min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444444"/>
                </a:solidFill>
              </a:rPr>
              <a:t>•  PCI DSS: tokenización del PAN en un vault aislado, HSM, mTLS, MFA, secretos rotados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444444"/>
                </a:solidFill>
              </a:rPr>
              <a:t>•  Simulacros trimestrales: un plan de DR no probado no existe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Prueba de fuego: Black Friday (×10)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92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80644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Problema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Qué lo resuelve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Avalancha de visitas al checkout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CDN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Bots y abuso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WAF + rate limiting en el API Gateway con 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Reintentos por lentitud → cobro doble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Idempotency-Key en Redis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Miles de escrituras simultáneas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Connection Pool + PgBouncer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Comercios refrescando el dashboard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CQRS + WebSocket (en vez de polling)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Emails, webhooks, comisiones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Kafka y colas absorben el pico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Servidor de un comercio caído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Reintentos + DLQ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Autoscaling sube y baja pods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Graceful Shutdown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Pre-escalar la infraestructura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444"/>
                          </a:solidFill>
                        </a:rPr>
                        <a:t>Terraform (eks_min_nodes = 30)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TP2 · Plataformas de Pagos Electrónicos · Infraestructura global de PagoGlobal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Ningún concepto alcanza solo: la robustez sale de combinarlos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En pagos mandan la idempotencia y la consistencia: ledger transaccional, UUIDv7, outbox, consumidores idempotentes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Separar lo sincrónico de lo asincrónico es la decisión de mayor impacto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Cada decisión es un trade-off: CQRS → consistencia eventual; JWT → difícil revocar; UUID → más espacio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</a:rPr>
              <a:t>•  Un sitio global no se construye a mano: Terraform hace las regiones idénticas y reconstruibles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</a:rP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C8D8F0"/>
                </a:solidFill>
              </a:rPr>
              <a:t>Código Terraform, ejemplos en Python y diagramas en la carpeta tp2-infraestructura-global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